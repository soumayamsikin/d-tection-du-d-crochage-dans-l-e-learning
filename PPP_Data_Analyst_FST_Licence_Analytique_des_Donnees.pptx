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Académique – Data Analyst Junior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Préparation du Projet Professionnel (PPP)</a:t>
            </a:r>
          </a:p>
          <a:p>
            <a:r>
              <a:t>Nom : Soumaya Msikin</a:t>
            </a:r>
          </a:p>
          <a:p>
            <a:r>
              <a:t>Diplôme : Licence en Analytique des Données</a:t>
            </a:r>
          </a:p>
          <a:p>
            <a:r>
              <a:t>Établissement : Faculté des Sciences et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réalisé dans le cadre du module académique PPP.</a:t>
            </a:r>
          </a:p>
          <a:p>
            <a:r>
              <a:t>Objectif : construire un projet professionnel clair et réaliste.</a:t>
            </a:r>
          </a:p>
          <a:p>
            <a:r>
              <a:t>Orientation principale : Data Analyst Junior.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Analyser les exigences du marché de l’emploi.</a:t>
            </a:r>
          </a:p>
          <a:p>
            <a:r>
              <a:t>Identifier les compétences techniques et transversales.</a:t>
            </a:r>
          </a:p>
          <a:p>
            <a:r>
              <a:t>Mettre en place un plan d’action structuré.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marché de l’emploi (Fiche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de 10 offres de Data Analyst Junior.</a:t>
            </a:r>
          </a:p>
          <a:p>
            <a:r>
              <a:t>Compétences clés : SQL, Python, Excel, Power BI.</a:t>
            </a:r>
          </a:p>
          <a:p>
            <a:r>
              <a:t>Importance des projets académiques et pratiques.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clés de l’analyse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et Python sont présents dans la majorité des offres.</a:t>
            </a:r>
          </a:p>
          <a:p>
            <a:r>
              <a:t>Les outils BI sont fortement demandés.</a:t>
            </a:r>
          </a:p>
          <a:p>
            <a:r>
              <a:t>Les soft skills complètent le profil technique.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 des compétences (Fiche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Évaluation du niveau actuel vs requis.</a:t>
            </a:r>
          </a:p>
          <a:p>
            <a:r>
              <a:t>Identification des écarts prioritaires.</a:t>
            </a:r>
          </a:p>
          <a:p>
            <a:r>
              <a:t>Approche basée sur des preuves concrètes.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Langages : SQL, Python.</a:t>
            </a:r>
          </a:p>
          <a:p>
            <a:r>
              <a:t>Analyse de données : Pandas, NumPy.</a:t>
            </a:r>
          </a:p>
          <a:p>
            <a:r>
              <a:t>Visualisation : Power BI, Excel avancé.</a:t>
            </a:r>
          </a:p>
          <a:p>
            <a:r>
              <a:t>Méthodologie : Data Cleaning, KPI,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et environnements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Bases de données relationnelles.</a:t>
            </a:r>
          </a:p>
          <a:p>
            <a:r>
              <a:t>Jupyter Notebook.</a:t>
            </a:r>
          </a:p>
          <a:p>
            <a:r>
              <a:t>Git / GitHub.</a:t>
            </a:r>
          </a:p>
          <a:p>
            <a:r>
              <a:t>Power BI Desktop.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d’action 30 / 60 / 90 jours (Fiche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jours : consolidation SQL et Excel.</a:t>
            </a:r>
          </a:p>
          <a:p>
            <a:r>
              <a:t>60 jours : projet d’analyse de données avec Python.</a:t>
            </a:r>
          </a:p>
          <a:p>
            <a:r>
              <a:t>90 jours : dashboards Power BI et insertion professionnelle.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Pitch professionnel (Fiche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Étudiante en Licence en Analytique des Données.</a:t>
            </a:r>
          </a:p>
          <a:p>
            <a:r>
              <a:t>Objectif : intégrer un poste de Data Analyst Junior.</a:t>
            </a:r>
          </a:p>
          <a:p>
            <a:r>
              <a:t>Profil analytique avec compétences data solides.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Suivi des candidatures et du réseau (Fiche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Candidatures ciblées et régulières.</a:t>
            </a:r>
          </a:p>
          <a:p>
            <a:r>
              <a:t>Développement du réseau professionnel.</a:t>
            </a:r>
          </a:p>
          <a:p>
            <a:r>
              <a:t>Suivi des entretiens et axes d’amélioration.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Préparation aux entretiens (Fiche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Utilisation de la méthode STAR.</a:t>
            </a:r>
          </a:p>
          <a:p>
            <a:r>
              <a:t>Valorisation des projets académiques.</a:t>
            </a:r>
          </a:p>
          <a:p>
            <a:r>
              <a:t>Mise en avant des compétences techniques et comportementales.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professionnel structuré et cohérent.</a:t>
            </a:r>
          </a:p>
          <a:p>
            <a:r>
              <a:t>Aligné avec les attentes du marché de la Data.</a:t>
            </a:r>
          </a:p>
          <a:p>
            <a:r>
              <a:t>Basé sur une formation scientifique et technique.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